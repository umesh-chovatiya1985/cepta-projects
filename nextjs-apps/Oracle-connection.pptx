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5" r:id="rId5"/>
    <p:sldId id="260" r:id="rId6"/>
    <p:sldId id="261" r:id="rId7"/>
    <p:sldId id="266" r:id="rId8"/>
    <p:sldId id="267" r:id="rId9"/>
    <p:sldId id="262" r:id="rId10"/>
    <p:sldId id="268" r:id="rId11"/>
    <p:sldId id="263" r:id="rId12"/>
    <p:sldId id="264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Oracle DB + Next.js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Integration Overview</a:t>
            </a:r>
          </a:p>
          <a:p>
            <a:endParaRPr/>
          </a:p>
          <a:p>
            <a:r>
              <a:t>Using node-oracledb with Next.js App Router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node-oracledb</a:t>
            </a:r>
          </a:p>
          <a:p>
            <a:endParaRPr/>
          </a:p>
          <a:p>
            <a:r>
              <a:t>npm install oracledb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 Config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lib/oracle.ts</a:t>
            </a:r>
          </a:p>
          <a:p>
            <a:endParaRPr/>
          </a:p>
          <a:p>
            <a:r>
              <a:t>Create connection helper using oracledb.getConnection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DB connection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dirty="0"/>
              <a:t>// lib/</a:t>
            </a:r>
            <a:r>
              <a:rPr lang="en-IN" dirty="0" err="1"/>
              <a:t>oracle.ts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oracledb</a:t>
            </a:r>
            <a:r>
              <a:rPr lang="en-IN" dirty="0"/>
              <a:t> from "</a:t>
            </a:r>
            <a:r>
              <a:rPr lang="en-IN" dirty="0" err="1"/>
              <a:t>oracledb</a:t>
            </a:r>
            <a:r>
              <a:rPr lang="en-IN" dirty="0"/>
              <a:t>";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oracledb.outFormat</a:t>
            </a:r>
            <a:r>
              <a:rPr lang="en-IN" dirty="0"/>
              <a:t> = </a:t>
            </a:r>
            <a:r>
              <a:rPr lang="en-IN" dirty="0" err="1"/>
              <a:t>oracledb.OUT_FORMAT_OBJECT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let connection: </a:t>
            </a:r>
            <a:r>
              <a:rPr lang="en-IN" dirty="0" err="1"/>
              <a:t>oracledb.Connection</a:t>
            </a:r>
            <a:r>
              <a:rPr lang="en-IN" dirty="0"/>
              <a:t> | null = null;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export </a:t>
            </a:r>
            <a:r>
              <a:rPr lang="en-IN" dirty="0" err="1"/>
              <a:t>async</a:t>
            </a:r>
            <a:r>
              <a:rPr lang="en-IN" dirty="0"/>
              <a:t> function </a:t>
            </a:r>
            <a:r>
              <a:rPr lang="en-IN" dirty="0" err="1"/>
              <a:t>getConnection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if (connection) return connection;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connection = await </a:t>
            </a:r>
            <a:r>
              <a:rPr lang="en-IN" dirty="0" err="1"/>
              <a:t>oracledb.getConnection</a:t>
            </a:r>
            <a:r>
              <a:rPr lang="en-IN" dirty="0"/>
              <a:t>({</a:t>
            </a:r>
          </a:p>
          <a:p>
            <a:pPr marL="0" indent="0">
              <a:buNone/>
            </a:pPr>
            <a:r>
              <a:rPr lang="en-IN" dirty="0"/>
              <a:t>    user: </a:t>
            </a:r>
            <a:r>
              <a:rPr lang="en-IN" dirty="0" err="1"/>
              <a:t>process.env.DB_USER</a:t>
            </a:r>
            <a:r>
              <a:rPr lang="en-IN" dirty="0"/>
              <a:t>,</a:t>
            </a:r>
          </a:p>
          <a:p>
            <a:pPr marL="0" indent="0">
              <a:buNone/>
            </a:pPr>
            <a:r>
              <a:rPr lang="en-IN" dirty="0"/>
              <a:t>    password: </a:t>
            </a:r>
            <a:r>
              <a:rPr lang="en-IN" dirty="0" err="1"/>
              <a:t>process.env.DB_PASSWORD</a:t>
            </a:r>
            <a:r>
              <a:rPr lang="en-IN" dirty="0"/>
              <a:t>,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connectString</a:t>
            </a:r>
            <a:r>
              <a:rPr lang="en-IN" dirty="0"/>
              <a:t>: </a:t>
            </a:r>
            <a:r>
              <a:rPr lang="en-IN" dirty="0" err="1"/>
              <a:t>process.env.DB_CONNECT</a:t>
            </a:r>
            <a:r>
              <a:rPr lang="en-IN" dirty="0"/>
              <a:t>, // </a:t>
            </a:r>
            <a:r>
              <a:rPr lang="en-IN" dirty="0" err="1"/>
              <a:t>host:port</a:t>
            </a:r>
            <a:r>
              <a:rPr lang="en-IN" dirty="0"/>
              <a:t>/</a:t>
            </a:r>
            <a:r>
              <a:rPr lang="en-IN" dirty="0" err="1"/>
              <a:t>servicename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});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return connection;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63125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 Vars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.</a:t>
            </a:r>
            <a:r>
              <a:rPr dirty="0" err="1"/>
              <a:t>env.local</a:t>
            </a:r>
            <a:endParaRPr dirty="0"/>
          </a:p>
          <a:p>
            <a:endParaRPr dirty="0"/>
          </a:p>
          <a:p>
            <a:pPr marL="0" indent="0">
              <a:buNone/>
            </a:pPr>
            <a:r>
              <a:rPr dirty="0"/>
              <a:t>DB_USER</a:t>
            </a:r>
          </a:p>
          <a:p>
            <a:pPr marL="0" indent="0">
              <a:buNone/>
            </a:pPr>
            <a:r>
              <a:rPr dirty="0"/>
              <a:t>DB_PASSWORD</a:t>
            </a:r>
          </a:p>
          <a:p>
            <a:pPr marL="0" indent="0">
              <a:buNone/>
            </a:pPr>
            <a:r>
              <a:rPr dirty="0" smtClean="0"/>
              <a:t>DB_CONNECT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.</a:t>
            </a:r>
            <a:r>
              <a:rPr lang="en-US" dirty="0" err="1"/>
              <a:t>env</a:t>
            </a:r>
            <a:endParaRPr lang="en-US" dirty="0"/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DB_USER=system</a:t>
            </a:r>
          </a:p>
          <a:p>
            <a:pPr marL="0" indent="0">
              <a:buNone/>
            </a:pPr>
            <a:r>
              <a:rPr lang="en-IN" dirty="0"/>
              <a:t>DB_PASSWORD=</a:t>
            </a:r>
            <a:r>
              <a:rPr lang="en-IN" dirty="0" err="1"/>
              <a:t>yourpassword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DB_CONNECT=localhost:1521/XEPDB1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Route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Next.js API + Oracle</a:t>
            </a:r>
          </a:p>
          <a:p>
            <a:endParaRPr/>
          </a:p>
          <a:p>
            <a:r>
              <a:t>GET/POST using conn.execute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GET Method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import { </a:t>
            </a:r>
            <a:r>
              <a:rPr lang="en-IN" dirty="0" err="1"/>
              <a:t>NextResponse</a:t>
            </a:r>
            <a:r>
              <a:rPr lang="en-IN" dirty="0"/>
              <a:t> } from "next/server";</a:t>
            </a:r>
          </a:p>
          <a:p>
            <a:pPr marL="0" indent="0">
              <a:buNone/>
            </a:pPr>
            <a:r>
              <a:rPr lang="en-IN" dirty="0"/>
              <a:t>import { </a:t>
            </a:r>
            <a:r>
              <a:rPr lang="en-IN" dirty="0" err="1"/>
              <a:t>getConnection</a:t>
            </a:r>
            <a:r>
              <a:rPr lang="en-IN" dirty="0"/>
              <a:t> } from "@/lib/oracle";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export </a:t>
            </a:r>
            <a:r>
              <a:rPr lang="en-IN" dirty="0" err="1"/>
              <a:t>async</a:t>
            </a:r>
            <a:r>
              <a:rPr lang="en-IN" dirty="0"/>
              <a:t> function GET() {</a:t>
            </a:r>
          </a:p>
          <a:p>
            <a:pPr marL="0" indent="0">
              <a:buNone/>
            </a:pPr>
            <a:r>
              <a:rPr lang="en-IN" dirty="0"/>
              <a:t>  try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const</a:t>
            </a:r>
            <a:r>
              <a:rPr lang="en-IN" dirty="0"/>
              <a:t> conn = await </a:t>
            </a:r>
            <a:r>
              <a:rPr lang="en-IN" dirty="0" err="1"/>
              <a:t>getConnection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const</a:t>
            </a:r>
            <a:r>
              <a:rPr lang="en-IN" dirty="0"/>
              <a:t> result = await </a:t>
            </a:r>
            <a:r>
              <a:rPr lang="en-IN" dirty="0" err="1"/>
              <a:t>conn.execute</a:t>
            </a:r>
            <a:r>
              <a:rPr lang="en-IN" dirty="0"/>
              <a:t>("SELECT * FROM USERS ORDER BY ID DESC");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return </a:t>
            </a:r>
            <a:r>
              <a:rPr lang="en-IN" dirty="0" err="1"/>
              <a:t>NextResponse.json</a:t>
            </a:r>
            <a:r>
              <a:rPr lang="en-IN" dirty="0"/>
              <a:t>(</a:t>
            </a:r>
            <a:r>
              <a:rPr lang="en-IN" dirty="0" err="1"/>
              <a:t>result.rows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} catch (err: any) {</a:t>
            </a:r>
          </a:p>
          <a:p>
            <a:pPr marL="0" indent="0">
              <a:buNone/>
            </a:pPr>
            <a:r>
              <a:rPr lang="en-IN" dirty="0"/>
              <a:t>    return </a:t>
            </a:r>
            <a:r>
              <a:rPr lang="en-IN" dirty="0" err="1"/>
              <a:t>NextResponse.json</a:t>
            </a:r>
            <a:r>
              <a:rPr lang="en-IN" dirty="0"/>
              <a:t>({ error: </a:t>
            </a:r>
            <a:r>
              <a:rPr lang="en-IN" dirty="0" err="1"/>
              <a:t>err.message</a:t>
            </a:r>
            <a:r>
              <a:rPr lang="en-IN" dirty="0"/>
              <a:t> }, { status: 500 });</a:t>
            </a:r>
          </a:p>
          <a:p>
            <a:pPr marL="0" indent="0">
              <a:buNone/>
            </a:pPr>
            <a:r>
              <a:rPr lang="en-IN" dirty="0"/>
              <a:t>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73754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POST Method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export </a:t>
            </a:r>
            <a:r>
              <a:rPr lang="en-IN" dirty="0" err="1"/>
              <a:t>async</a:t>
            </a:r>
            <a:r>
              <a:rPr lang="en-IN" dirty="0"/>
              <a:t> function POST(</a:t>
            </a:r>
            <a:r>
              <a:rPr lang="en-IN" dirty="0" err="1"/>
              <a:t>req</a:t>
            </a:r>
            <a:r>
              <a:rPr lang="en-IN" dirty="0"/>
              <a:t>: Request) {</a:t>
            </a:r>
          </a:p>
          <a:p>
            <a:pPr marL="0" indent="0">
              <a:buNone/>
            </a:pPr>
            <a:r>
              <a:rPr lang="en-IN" dirty="0"/>
              <a:t>  try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const</a:t>
            </a:r>
            <a:r>
              <a:rPr lang="en-IN" dirty="0"/>
              <a:t> { name, email } = await </a:t>
            </a:r>
            <a:r>
              <a:rPr lang="en-IN" dirty="0" err="1"/>
              <a:t>req.json</a:t>
            </a:r>
            <a:r>
              <a:rPr lang="en-IN" dirty="0"/>
              <a:t>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const</a:t>
            </a:r>
            <a:r>
              <a:rPr lang="en-IN" dirty="0"/>
              <a:t> conn = await </a:t>
            </a:r>
            <a:r>
              <a:rPr lang="en-IN" dirty="0" err="1"/>
              <a:t>getConnection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await </a:t>
            </a:r>
            <a:r>
              <a:rPr lang="en-IN" dirty="0" err="1"/>
              <a:t>conn.execute</a:t>
            </a:r>
            <a:r>
              <a:rPr lang="en-IN" dirty="0"/>
              <a:t>(</a:t>
            </a:r>
          </a:p>
          <a:p>
            <a:pPr marL="0" indent="0">
              <a:buNone/>
            </a:pPr>
            <a:r>
              <a:rPr lang="en-IN" dirty="0"/>
              <a:t>      "INSERT INTO USERS (NAME, EMAIL) VALUES (:name, :email)",</a:t>
            </a:r>
          </a:p>
          <a:p>
            <a:pPr marL="0" indent="0">
              <a:buNone/>
            </a:pPr>
            <a:r>
              <a:rPr lang="en-IN" dirty="0"/>
              <a:t>      { name, email },</a:t>
            </a:r>
          </a:p>
          <a:p>
            <a:pPr marL="0" indent="0">
              <a:buNone/>
            </a:pPr>
            <a:r>
              <a:rPr lang="en-IN" dirty="0"/>
              <a:t>      { </a:t>
            </a:r>
            <a:r>
              <a:rPr lang="en-IN" dirty="0" err="1"/>
              <a:t>autoCommit</a:t>
            </a:r>
            <a:r>
              <a:rPr lang="en-IN" dirty="0"/>
              <a:t>: true }</a:t>
            </a:r>
          </a:p>
          <a:p>
            <a:pPr marL="0" indent="0">
              <a:buNone/>
            </a:pPr>
            <a:r>
              <a:rPr lang="en-IN" dirty="0"/>
              <a:t>    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return </a:t>
            </a:r>
            <a:r>
              <a:rPr lang="en-IN" dirty="0" err="1"/>
              <a:t>NextResponse.json</a:t>
            </a:r>
            <a:r>
              <a:rPr lang="en-IN" dirty="0"/>
              <a:t>({ success: true });</a:t>
            </a:r>
          </a:p>
          <a:p>
            <a:pPr marL="0" indent="0">
              <a:buNone/>
            </a:pPr>
            <a:r>
              <a:rPr lang="en-IN" dirty="0"/>
              <a:t>  } catch (err: any) {</a:t>
            </a:r>
          </a:p>
          <a:p>
            <a:pPr marL="0" indent="0">
              <a:buNone/>
            </a:pPr>
            <a:r>
              <a:rPr lang="en-IN" dirty="0"/>
              <a:t>    return </a:t>
            </a:r>
            <a:r>
              <a:rPr lang="en-IN" dirty="0" err="1"/>
              <a:t>NextResponse.json</a:t>
            </a:r>
            <a:r>
              <a:rPr lang="en-IN" dirty="0"/>
              <a:t>({ error: </a:t>
            </a:r>
            <a:r>
              <a:rPr lang="en-IN" dirty="0" err="1"/>
              <a:t>err.message</a:t>
            </a:r>
            <a:r>
              <a:rPr lang="en-IN" dirty="0"/>
              <a:t> }, { status: 500 });</a:t>
            </a:r>
          </a:p>
          <a:p>
            <a:pPr marL="0" indent="0">
              <a:buNone/>
            </a:pPr>
            <a:r>
              <a:rPr lang="en-IN" dirty="0"/>
              <a:t>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95575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dirty="0"/>
              <a:t>import { </a:t>
            </a:r>
            <a:r>
              <a:rPr lang="en-IN" dirty="0" err="1"/>
              <a:t>getConnection</a:t>
            </a:r>
            <a:r>
              <a:rPr lang="en-IN" dirty="0"/>
              <a:t> } from "@/lib/oracle";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export default </a:t>
            </a:r>
            <a:r>
              <a:rPr lang="en-IN" dirty="0" err="1"/>
              <a:t>async</a:t>
            </a:r>
            <a:r>
              <a:rPr lang="en-IN" dirty="0"/>
              <a:t> function </a:t>
            </a:r>
            <a:r>
              <a:rPr lang="en-IN" dirty="0" err="1"/>
              <a:t>UsersPage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const</a:t>
            </a:r>
            <a:r>
              <a:rPr lang="en-IN" dirty="0"/>
              <a:t> conn = await </a:t>
            </a:r>
            <a:r>
              <a:rPr lang="en-IN" dirty="0" err="1"/>
              <a:t>getConnection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const</a:t>
            </a:r>
            <a:r>
              <a:rPr lang="en-IN" dirty="0"/>
              <a:t> result = await </a:t>
            </a:r>
            <a:r>
              <a:rPr lang="en-IN" dirty="0" err="1"/>
              <a:t>conn.execute</a:t>
            </a:r>
            <a:r>
              <a:rPr lang="en-IN" dirty="0"/>
              <a:t>("SELECT ID, NAME, EMAIL FROM USERS");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const</a:t>
            </a:r>
            <a:r>
              <a:rPr lang="en-IN" dirty="0"/>
              <a:t> users = </a:t>
            </a:r>
            <a:r>
              <a:rPr lang="en-IN" dirty="0" err="1"/>
              <a:t>result.rows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return (</a:t>
            </a:r>
          </a:p>
          <a:p>
            <a:pPr marL="0" indent="0">
              <a:buNone/>
            </a:pPr>
            <a:r>
              <a:rPr lang="en-IN" dirty="0"/>
              <a:t>    &lt;div&gt;</a:t>
            </a:r>
          </a:p>
          <a:p>
            <a:pPr marL="0" indent="0">
              <a:buNone/>
            </a:pPr>
            <a:r>
              <a:rPr lang="en-IN" dirty="0"/>
              <a:t>      &lt;h1&gt;Oracle DB Users&lt;/h1&gt;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&lt;</a:t>
            </a:r>
            <a:r>
              <a:rPr lang="en-IN" dirty="0" err="1"/>
              <a:t>ul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       {</a:t>
            </a:r>
            <a:r>
              <a:rPr lang="en-IN" dirty="0" err="1"/>
              <a:t>users?.map</a:t>
            </a:r>
            <a:r>
              <a:rPr lang="en-IN" dirty="0"/>
              <a:t>((row: any) =&gt; (</a:t>
            </a:r>
          </a:p>
          <a:p>
            <a:pPr marL="0" indent="0">
              <a:buNone/>
            </a:pPr>
            <a:r>
              <a:rPr lang="en-IN" dirty="0"/>
              <a:t>          &lt;li key={row.ID}&gt;</a:t>
            </a:r>
          </a:p>
          <a:p>
            <a:pPr marL="0" indent="0">
              <a:buNone/>
            </a:pPr>
            <a:r>
              <a:rPr lang="en-IN" dirty="0"/>
              <a:t>            {row.NAME} — {</a:t>
            </a:r>
            <a:r>
              <a:rPr lang="en-IN" dirty="0" err="1"/>
              <a:t>row.EMAIL</a:t>
            </a: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          &lt;/li&gt;</a:t>
            </a:r>
          </a:p>
          <a:p>
            <a:pPr marL="0" indent="0">
              <a:buNone/>
            </a:pPr>
            <a:r>
              <a:rPr lang="en-IN" dirty="0"/>
              <a:t>        ))}</a:t>
            </a:r>
          </a:p>
          <a:p>
            <a:pPr marL="0" indent="0">
              <a:buNone/>
            </a:pPr>
            <a:r>
              <a:rPr lang="en-IN" dirty="0"/>
              <a:t>      &lt;/</a:t>
            </a:r>
            <a:r>
              <a:rPr lang="en-IN" dirty="0" err="1"/>
              <a:t>ul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   &lt;/div&gt;</a:t>
            </a:r>
          </a:p>
          <a:p>
            <a:pPr marL="0" indent="0">
              <a:buNone/>
            </a:pPr>
            <a:r>
              <a:rPr lang="en-IN" dirty="0"/>
              <a:t>  );</a:t>
            </a:r>
          </a:p>
          <a:p>
            <a:pPr marL="0" indent="0">
              <a:buNone/>
            </a:pPr>
            <a:r>
              <a:rPr lang="en-IN" dirty="0"/>
              <a:t>}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Save Record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IN" dirty="0"/>
              <a:t>import { </a:t>
            </a:r>
            <a:r>
              <a:rPr lang="en-IN" dirty="0" err="1"/>
              <a:t>getConnection</a:t>
            </a:r>
            <a:r>
              <a:rPr lang="en-IN" dirty="0"/>
              <a:t> } from "@/lib/oracle";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async</a:t>
            </a:r>
            <a:r>
              <a:rPr lang="en-IN" dirty="0"/>
              <a:t> function </a:t>
            </a:r>
            <a:r>
              <a:rPr lang="en-IN" dirty="0" err="1"/>
              <a:t>registerUser</a:t>
            </a:r>
            <a:r>
              <a:rPr lang="en-IN" dirty="0"/>
              <a:t>(</a:t>
            </a:r>
            <a:r>
              <a:rPr lang="en-IN" dirty="0" err="1"/>
              <a:t>formData</a:t>
            </a:r>
            <a:r>
              <a:rPr lang="en-IN" dirty="0"/>
              <a:t>: </a:t>
            </a:r>
            <a:r>
              <a:rPr lang="en-IN" dirty="0" err="1"/>
              <a:t>FormData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"use server";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const</a:t>
            </a:r>
            <a:r>
              <a:rPr lang="en-IN" dirty="0"/>
              <a:t> name = </a:t>
            </a:r>
            <a:r>
              <a:rPr lang="en-IN" dirty="0" err="1"/>
              <a:t>formData.get</a:t>
            </a:r>
            <a:r>
              <a:rPr lang="en-IN" dirty="0"/>
              <a:t>("name");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const</a:t>
            </a:r>
            <a:r>
              <a:rPr lang="en-IN" dirty="0"/>
              <a:t> email = </a:t>
            </a:r>
            <a:r>
              <a:rPr lang="en-IN" dirty="0" err="1"/>
              <a:t>formData.get</a:t>
            </a:r>
            <a:r>
              <a:rPr lang="en-IN" dirty="0"/>
              <a:t>("email");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const</a:t>
            </a:r>
            <a:r>
              <a:rPr lang="en-IN" dirty="0"/>
              <a:t> conn = await </a:t>
            </a:r>
            <a:r>
              <a:rPr lang="en-IN" dirty="0" err="1"/>
              <a:t>getConnection</a:t>
            </a:r>
            <a:r>
              <a:rPr lang="en-IN" dirty="0"/>
              <a:t>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await </a:t>
            </a:r>
            <a:r>
              <a:rPr lang="en-IN" dirty="0" err="1"/>
              <a:t>conn.execute</a:t>
            </a:r>
            <a:r>
              <a:rPr lang="en-IN" dirty="0"/>
              <a:t>(</a:t>
            </a:r>
          </a:p>
          <a:p>
            <a:pPr marL="0" indent="0">
              <a:buNone/>
            </a:pPr>
            <a:r>
              <a:rPr lang="en-IN" dirty="0"/>
              <a:t>    "INSERT INTO USERS (NAME, EMAIL) VALUES (:name, :email)",</a:t>
            </a:r>
          </a:p>
          <a:p>
            <a:pPr marL="0" indent="0">
              <a:buNone/>
            </a:pPr>
            <a:r>
              <a:rPr lang="en-IN" dirty="0"/>
              <a:t>    { name, email },</a:t>
            </a:r>
          </a:p>
          <a:p>
            <a:pPr marL="0" indent="0">
              <a:buNone/>
            </a:pPr>
            <a:r>
              <a:rPr lang="en-IN" dirty="0"/>
              <a:t>    { </a:t>
            </a:r>
            <a:r>
              <a:rPr lang="en-IN" dirty="0" err="1"/>
              <a:t>autoCommit</a:t>
            </a:r>
            <a:r>
              <a:rPr lang="en-IN" dirty="0"/>
              <a:t>: true }</a:t>
            </a:r>
          </a:p>
          <a:p>
            <a:pPr marL="0" indent="0">
              <a:buNone/>
            </a:pPr>
            <a:r>
              <a:rPr lang="en-IN" dirty="0"/>
              <a:t>  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export default function </a:t>
            </a:r>
            <a:r>
              <a:rPr lang="en-IN" dirty="0" err="1"/>
              <a:t>RegisterPage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return (</a:t>
            </a:r>
          </a:p>
          <a:p>
            <a:pPr marL="0" indent="0">
              <a:buNone/>
            </a:pPr>
            <a:r>
              <a:rPr lang="en-IN" dirty="0"/>
              <a:t>    &lt;form action={</a:t>
            </a:r>
            <a:r>
              <a:rPr lang="en-IN" dirty="0" err="1"/>
              <a:t>registerUser</a:t>
            </a:r>
            <a:r>
              <a:rPr lang="en-IN" dirty="0"/>
              <a:t>} </a:t>
            </a:r>
            <a:r>
              <a:rPr lang="en-IN" dirty="0" err="1"/>
              <a:t>className</a:t>
            </a:r>
            <a:r>
              <a:rPr lang="en-IN" dirty="0"/>
              <a:t>="space-y-3 p-4"&gt;</a:t>
            </a:r>
          </a:p>
          <a:p>
            <a:pPr marL="0" indent="0">
              <a:buNone/>
            </a:pPr>
            <a:r>
              <a:rPr lang="en-IN" dirty="0"/>
              <a:t>      &lt;h1 </a:t>
            </a:r>
            <a:r>
              <a:rPr lang="en-IN" dirty="0" err="1"/>
              <a:t>className</a:t>
            </a:r>
            <a:r>
              <a:rPr lang="en-IN" dirty="0"/>
              <a:t>="text-2xl"&gt;Register User&lt;/h1&gt;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&lt;input name="name" </a:t>
            </a:r>
            <a:r>
              <a:rPr lang="en-IN" dirty="0" err="1"/>
              <a:t>className</a:t>
            </a:r>
            <a:r>
              <a:rPr lang="en-IN" dirty="0"/>
              <a:t>="border p-2" placeholder="Name" /&gt;</a:t>
            </a:r>
          </a:p>
          <a:p>
            <a:pPr marL="0" indent="0">
              <a:buNone/>
            </a:pPr>
            <a:r>
              <a:rPr lang="en-IN" dirty="0"/>
              <a:t>      &lt;input name="email" </a:t>
            </a:r>
            <a:r>
              <a:rPr lang="en-IN" dirty="0" err="1"/>
              <a:t>className</a:t>
            </a:r>
            <a:r>
              <a:rPr lang="en-IN" dirty="0"/>
              <a:t>="border p-2" placeholder="Email" /&gt;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&lt;button </a:t>
            </a:r>
            <a:r>
              <a:rPr lang="en-IN" dirty="0" err="1"/>
              <a:t>className</a:t>
            </a:r>
            <a:r>
              <a:rPr lang="en-IN" dirty="0"/>
              <a:t>="bg-green-600 text-white p-2"&gt;Save&lt;/button&gt;</a:t>
            </a:r>
          </a:p>
          <a:p>
            <a:pPr marL="0" indent="0">
              <a:buNone/>
            </a:pPr>
            <a:r>
              <a:rPr lang="en-IN" dirty="0"/>
              <a:t>    &lt;/form&gt;</a:t>
            </a:r>
          </a:p>
          <a:p>
            <a:pPr marL="0" indent="0">
              <a:buNone/>
            </a:pPr>
            <a:r>
              <a:rPr lang="en-IN" dirty="0"/>
              <a:t>  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68997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Insert/Update</a:t>
            </a:r>
          </a:p>
          <a:p>
            <a:endParaRPr/>
          </a:p>
          <a:p>
            <a:r>
              <a:t>Handle DB actions using server actions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 Table</a:t>
            </a:r>
          </a:p>
          <a:p>
            <a:endParaRPr/>
          </a:p>
          <a:p>
            <a:r>
              <a:t>ID NUMBER IDENTITY</a:t>
            </a:r>
          </a:p>
          <a:p>
            <a:r>
              <a:t>NAME VARCHAR2</a:t>
            </a:r>
          </a:p>
          <a:p>
            <a:r>
              <a:t>EMAIL VARCHAR2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589</Words>
  <Application>Microsoft Office PowerPoint</Application>
  <PresentationFormat>On-screen Show (4:3)</PresentationFormat>
  <Paragraphs>141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Oracle DB + Next.js</vt:lpstr>
      <vt:lpstr>Install Package</vt:lpstr>
      <vt:lpstr>DB Config</vt:lpstr>
      <vt:lpstr>DB connection</vt:lpstr>
      <vt:lpstr>ENV Vars</vt:lpstr>
      <vt:lpstr>API Route</vt:lpstr>
      <vt:lpstr>GET Method</vt:lpstr>
      <vt:lpstr>POST Method</vt:lpstr>
      <vt:lpstr>Server Components</vt:lpstr>
      <vt:lpstr>Save Record</vt:lpstr>
      <vt:lpstr>Server Actions</vt:lpstr>
      <vt:lpstr>SQL Example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Oracle DB + Next.js</dc:title>
  <dc:subject/>
  <dc:creator/>
  <cp:keywords/>
  <dc:description>generated using python-pptx</dc:description>
  <cp:lastModifiedBy>Microsoft account</cp:lastModifiedBy>
  <cp:revision>6</cp:revision>
  <dcterms:created xsi:type="dcterms:W3CDTF">2013-01-27T09:14:16Z</dcterms:created>
  <dcterms:modified xsi:type="dcterms:W3CDTF">2025-11-27T09:45:12Z</dcterms:modified>
  <cp:category/>
</cp:coreProperties>
</file>