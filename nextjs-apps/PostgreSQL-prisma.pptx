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Next.js + PostgreSQL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10751"/>
          </a:xfrm>
        </p:spPr>
        <p:txBody>
          <a:bodyPr>
            <a:normAutofit/>
          </a:bodyPr>
          <a:lstStyle/>
          <a:p>
            <a:r>
              <a:rPr dirty="0" err="1" smtClean="0"/>
              <a:t>Prisma</a:t>
            </a:r>
            <a:r>
              <a:rPr lang="en-US" dirty="0" smtClean="0"/>
              <a:t> as ORM</a:t>
            </a:r>
            <a:endParaRPr dirty="0"/>
          </a:p>
          <a:p>
            <a:r>
              <a:rPr dirty="0"/>
              <a:t>Next.js 16 App Router</a:t>
            </a:r>
          </a:p>
          <a:p>
            <a:r>
              <a:rPr dirty="0" err="1"/>
              <a:t>PostgreSQL</a:t>
            </a:r>
            <a:r>
              <a:rPr dirty="0"/>
              <a:t> </a:t>
            </a:r>
            <a:r>
              <a:rPr dirty="0" smtClean="0"/>
              <a:t>Database</a:t>
            </a:r>
            <a:endParaRPr lang="en-US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993266"/>
              </p:ext>
            </p:extLst>
          </p:nvPr>
        </p:nvGraphicFramePr>
        <p:xfrm>
          <a:off x="664233" y="3717939"/>
          <a:ext cx="7962182" cy="1828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981091"/>
                <a:gridCol w="3981091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Tech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Next.js App Router API routes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PostgreSQL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Prisma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Next.js (client components)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Install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npm</a:t>
            </a:r>
            <a:r>
              <a:rPr lang="en-IN" dirty="0"/>
              <a:t> install </a:t>
            </a:r>
            <a:r>
              <a:rPr lang="en-IN" dirty="0" err="1"/>
              <a:t>prisma</a:t>
            </a:r>
            <a:r>
              <a:rPr lang="en-IN" dirty="0"/>
              <a:t> @</a:t>
            </a:r>
            <a:r>
              <a:rPr lang="en-IN" dirty="0" err="1"/>
              <a:t>prisma</a:t>
            </a:r>
            <a:r>
              <a:rPr lang="en-IN" dirty="0"/>
              <a:t>/client</a:t>
            </a:r>
          </a:p>
          <a:p>
            <a:r>
              <a:rPr lang="en-IN" dirty="0" err="1"/>
              <a:t>npm</a:t>
            </a:r>
            <a:r>
              <a:rPr lang="en-IN" dirty="0"/>
              <a:t> install --save-</a:t>
            </a:r>
            <a:r>
              <a:rPr lang="en-IN" dirty="0" err="1"/>
              <a:t>dev</a:t>
            </a:r>
            <a:r>
              <a:rPr lang="en-IN" dirty="0"/>
              <a:t> </a:t>
            </a:r>
            <a:r>
              <a:rPr lang="en-IN" dirty="0" err="1" smtClean="0"/>
              <a:t>ts</a:t>
            </a:r>
            <a:r>
              <a:rPr lang="en-IN" dirty="0" smtClean="0"/>
              <a:t>-node</a:t>
            </a:r>
          </a:p>
          <a:p>
            <a:r>
              <a:rPr lang="en-IN" dirty="0" err="1"/>
              <a:t>npm</a:t>
            </a:r>
            <a:r>
              <a:rPr lang="en-IN" dirty="0"/>
              <a:t> install </a:t>
            </a:r>
            <a:r>
              <a:rPr lang="en-IN" dirty="0" err="1" smtClean="0"/>
              <a:t>pg</a:t>
            </a:r>
            <a:endParaRPr lang="en-IN" dirty="0" smtClean="0"/>
          </a:p>
          <a:p>
            <a:endParaRPr lang="en-US" dirty="0" smtClean="0"/>
          </a:p>
          <a:p>
            <a:pPr marL="0" indent="0">
              <a:buNone/>
            </a:pPr>
            <a:r>
              <a:rPr lang="en-IN" dirty="0"/>
              <a:t>Initialize </a:t>
            </a:r>
            <a:r>
              <a:rPr lang="en-IN" dirty="0" err="1"/>
              <a:t>Prisma</a:t>
            </a:r>
            <a:r>
              <a:rPr lang="en-IN" dirty="0"/>
              <a:t>:</a:t>
            </a:r>
            <a:endParaRPr lang="en-US" dirty="0"/>
          </a:p>
          <a:p>
            <a:r>
              <a:rPr lang="en-IN" dirty="0" err="1"/>
              <a:t>npx</a:t>
            </a:r>
            <a:r>
              <a:rPr lang="en-IN" dirty="0"/>
              <a:t> </a:t>
            </a:r>
            <a:r>
              <a:rPr lang="en-IN" dirty="0" err="1"/>
              <a:t>prisma</a:t>
            </a:r>
            <a:r>
              <a:rPr lang="en-IN" dirty="0"/>
              <a:t> </a:t>
            </a:r>
            <a:r>
              <a:rPr lang="en-IN" dirty="0" err="1"/>
              <a:t>init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.env Database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DATABASE_URL="</a:t>
            </a:r>
            <a:r>
              <a:rPr dirty="0" err="1"/>
              <a:t>postgresql</a:t>
            </a:r>
            <a:r>
              <a:rPr dirty="0"/>
              <a:t>://user:pass@localhost:5432/</a:t>
            </a:r>
            <a:r>
              <a:rPr dirty="0" err="1"/>
              <a:t>mydb?schema</a:t>
            </a:r>
            <a:r>
              <a:rPr dirty="0"/>
              <a:t>=public"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Prisma</a:t>
            </a:r>
            <a:r>
              <a:rPr dirty="0"/>
              <a:t>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File : </a:t>
            </a:r>
            <a:r>
              <a:rPr lang="en-IN" b="1" dirty="0" err="1" smtClean="0">
                <a:solidFill>
                  <a:srgbClr val="00B0F0"/>
                </a:solidFill>
              </a:rPr>
              <a:t>prisma</a:t>
            </a:r>
            <a:r>
              <a:rPr lang="en-IN" b="1" dirty="0" smtClean="0">
                <a:solidFill>
                  <a:srgbClr val="00B0F0"/>
                </a:solidFill>
              </a:rPr>
              <a:t>/</a:t>
            </a:r>
            <a:r>
              <a:rPr lang="en-IN" b="1" dirty="0" err="1" smtClean="0">
                <a:solidFill>
                  <a:srgbClr val="00B0F0"/>
                </a:solidFill>
              </a:rPr>
              <a:t>schema.prisma</a:t>
            </a:r>
            <a:endParaRPr lang="en-IN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generator client {</a:t>
            </a:r>
          </a:p>
          <a:p>
            <a:pPr marL="0" indent="0">
              <a:buNone/>
            </a:pPr>
            <a:r>
              <a:rPr lang="en-IN" dirty="0"/>
              <a:t>  provider = "</a:t>
            </a:r>
            <a:r>
              <a:rPr lang="en-IN" dirty="0" err="1"/>
              <a:t>prisma</a:t>
            </a:r>
            <a:r>
              <a:rPr lang="en-IN" dirty="0"/>
              <a:t>-client-</a:t>
            </a:r>
            <a:r>
              <a:rPr lang="en-IN" dirty="0" err="1"/>
              <a:t>js</a:t>
            </a:r>
            <a:r>
              <a:rPr lang="en-IN" dirty="0"/>
              <a:t>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datasource</a:t>
            </a:r>
            <a:r>
              <a:rPr lang="en-IN" dirty="0"/>
              <a:t> </a:t>
            </a:r>
            <a:r>
              <a:rPr lang="en-IN" dirty="0" err="1"/>
              <a:t>db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provider = "</a:t>
            </a:r>
            <a:r>
              <a:rPr lang="en-IN" dirty="0" err="1"/>
              <a:t>postgresql</a:t>
            </a:r>
            <a:r>
              <a:rPr lang="en-IN" dirty="0"/>
              <a:t>"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url</a:t>
            </a:r>
            <a:r>
              <a:rPr lang="en-IN" dirty="0"/>
              <a:t>      = </a:t>
            </a:r>
            <a:r>
              <a:rPr lang="en-IN" dirty="0" err="1"/>
              <a:t>env</a:t>
            </a:r>
            <a:r>
              <a:rPr lang="en-IN" dirty="0"/>
              <a:t>("DATABASE_URL")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model User {</a:t>
            </a:r>
          </a:p>
          <a:p>
            <a:pPr marL="0" indent="0">
              <a:buNone/>
            </a:pPr>
            <a:r>
              <a:rPr lang="en-IN" dirty="0"/>
              <a:t>  id        </a:t>
            </a:r>
            <a:r>
              <a:rPr lang="en-IN" dirty="0" err="1"/>
              <a:t>Int</a:t>
            </a:r>
            <a:r>
              <a:rPr lang="en-IN" dirty="0"/>
              <a:t>      @id @default(</a:t>
            </a:r>
            <a:r>
              <a:rPr lang="en-IN" dirty="0" err="1"/>
              <a:t>autoincrement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 name      String</a:t>
            </a:r>
          </a:p>
          <a:p>
            <a:pPr marL="0" indent="0">
              <a:buNone/>
            </a:pPr>
            <a:r>
              <a:rPr lang="en-IN" dirty="0"/>
              <a:t>  email     String   @unique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createdAt</a:t>
            </a:r>
            <a:r>
              <a:rPr lang="en-IN" dirty="0"/>
              <a:t> </a:t>
            </a:r>
            <a:r>
              <a:rPr lang="en-IN" dirty="0" err="1"/>
              <a:t>DateTime</a:t>
            </a:r>
            <a:r>
              <a:rPr lang="en-IN" dirty="0"/>
              <a:t> @default(now())</a:t>
            </a:r>
          </a:p>
          <a:p>
            <a:pPr marL="0" indent="0">
              <a:buNone/>
            </a:pPr>
            <a:r>
              <a:rPr lang="en-IN" dirty="0" smtClean="0"/>
              <a:t>}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Generate &amp; Push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npx</a:t>
            </a:r>
            <a:r>
              <a:rPr dirty="0"/>
              <a:t> </a:t>
            </a:r>
            <a:r>
              <a:rPr dirty="0" err="1"/>
              <a:t>prisma</a:t>
            </a:r>
            <a:r>
              <a:rPr dirty="0"/>
              <a:t> generate</a:t>
            </a:r>
          </a:p>
          <a:p>
            <a:pPr marL="0" indent="0">
              <a:buNone/>
            </a:pPr>
            <a:r>
              <a:rPr dirty="0" err="1"/>
              <a:t>npx</a:t>
            </a:r>
            <a:r>
              <a:rPr dirty="0"/>
              <a:t> </a:t>
            </a:r>
            <a:r>
              <a:rPr dirty="0" err="1"/>
              <a:t>prisma</a:t>
            </a:r>
            <a:r>
              <a:rPr dirty="0"/>
              <a:t> </a:t>
            </a:r>
            <a:r>
              <a:rPr dirty="0" err="1"/>
              <a:t>db</a:t>
            </a:r>
            <a:r>
              <a:rPr dirty="0"/>
              <a:t> </a:t>
            </a:r>
            <a:r>
              <a:rPr dirty="0" smtClean="0"/>
              <a:t>push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IN" sz="2000" dirty="0" smtClean="0">
                <a:solidFill>
                  <a:schemeClr val="bg1">
                    <a:lumMod val="95000"/>
                  </a:schemeClr>
                </a:solidFill>
              </a:rPr>
              <a:t>TypeORM</a:t>
            </a: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, Drizzle ORM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Client (db.ts)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 err="1"/>
              <a:t>Prisma</a:t>
            </a:r>
            <a:r>
              <a:rPr dirty="0"/>
              <a:t> client singleton to avoid multiple </a:t>
            </a:r>
            <a:r>
              <a:rPr dirty="0" smtClean="0"/>
              <a:t>connections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File: </a:t>
            </a:r>
            <a:r>
              <a:rPr lang="en-IN" b="1" dirty="0" smtClean="0">
                <a:solidFill>
                  <a:srgbClr val="00B0F0"/>
                </a:solidFill>
              </a:rPr>
              <a:t>lib/</a:t>
            </a:r>
            <a:r>
              <a:rPr lang="en-IN" b="1" dirty="0" err="1" smtClean="0">
                <a:solidFill>
                  <a:srgbClr val="00B0F0"/>
                </a:solidFill>
              </a:rPr>
              <a:t>db.ts</a:t>
            </a:r>
            <a:r>
              <a:rPr lang="en-IN" dirty="0">
                <a:solidFill>
                  <a:srgbClr val="00B0F0"/>
                </a:solidFill>
              </a:rPr>
              <a:t/>
            </a:r>
            <a:br>
              <a:rPr lang="en-IN" dirty="0">
                <a:solidFill>
                  <a:srgbClr val="00B0F0"/>
                </a:solidFill>
              </a:rPr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import { </a:t>
            </a:r>
            <a:r>
              <a:rPr lang="en-IN" dirty="0" err="1"/>
              <a:t>PrismaClient</a:t>
            </a:r>
            <a:r>
              <a:rPr lang="en-IN" dirty="0"/>
              <a:t> } from "@</a:t>
            </a:r>
            <a:r>
              <a:rPr lang="en-IN" dirty="0" err="1"/>
              <a:t>prisma</a:t>
            </a:r>
            <a:r>
              <a:rPr lang="en-IN" dirty="0"/>
              <a:t>/client";</a:t>
            </a:r>
          </a:p>
          <a:p>
            <a:pPr marL="0" indent="0">
              <a:buNone/>
            </a:pPr>
            <a:r>
              <a:rPr lang="en-IN" dirty="0" err="1" smtClean="0"/>
              <a:t>const</a:t>
            </a:r>
            <a:r>
              <a:rPr lang="en-IN" dirty="0" smtClean="0"/>
              <a:t> </a:t>
            </a:r>
            <a:r>
              <a:rPr lang="en-IN" dirty="0" err="1"/>
              <a:t>globalForPrisma</a:t>
            </a:r>
            <a:r>
              <a:rPr lang="en-IN" dirty="0"/>
              <a:t> = </a:t>
            </a:r>
            <a:r>
              <a:rPr lang="en-IN" dirty="0" err="1"/>
              <a:t>globalThis</a:t>
            </a:r>
            <a:r>
              <a:rPr lang="en-IN" dirty="0"/>
              <a:t> as unknown as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prisma</a:t>
            </a:r>
            <a:r>
              <a:rPr lang="en-IN" dirty="0"/>
              <a:t>: </a:t>
            </a:r>
            <a:r>
              <a:rPr lang="en-IN" dirty="0" err="1"/>
              <a:t>PrismaClient</a:t>
            </a:r>
            <a:r>
              <a:rPr lang="en-IN" dirty="0"/>
              <a:t> | undefined;</a:t>
            </a:r>
          </a:p>
          <a:p>
            <a:pPr marL="0" indent="0">
              <a:buNone/>
            </a:pPr>
            <a:r>
              <a:rPr lang="en-IN" dirty="0" smtClean="0"/>
              <a:t>};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prisma</a:t>
            </a:r>
            <a:r>
              <a:rPr lang="en-IN" dirty="0"/>
              <a:t> =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globalForPrisma.prisma</a:t>
            </a:r>
            <a:r>
              <a:rPr lang="en-IN" dirty="0"/>
              <a:t> ??</a:t>
            </a:r>
          </a:p>
          <a:p>
            <a:pPr marL="0" indent="0">
              <a:buNone/>
            </a:pPr>
            <a:r>
              <a:rPr lang="en-IN" dirty="0"/>
              <a:t>  new </a:t>
            </a:r>
            <a:r>
              <a:rPr lang="en-IN" dirty="0" err="1"/>
              <a:t>PrismaClient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log: ["query"],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smtClean="0"/>
              <a:t>});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if (</a:t>
            </a:r>
            <a:r>
              <a:rPr lang="en-IN" dirty="0" err="1"/>
              <a:t>process.env.NODE_ENV</a:t>
            </a:r>
            <a:r>
              <a:rPr lang="en-IN" dirty="0"/>
              <a:t> !== "production") </a:t>
            </a:r>
            <a:r>
              <a:rPr lang="en-IN" dirty="0" err="1"/>
              <a:t>globalForPrisma.prisma</a:t>
            </a:r>
            <a:r>
              <a:rPr lang="en-IN" dirty="0"/>
              <a:t> = </a:t>
            </a:r>
            <a:r>
              <a:rPr lang="en-IN" dirty="0" err="1"/>
              <a:t>prisma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Route (GET/POST)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7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dirty="0">
                <a:solidFill>
                  <a:srgbClr val="00B0F0"/>
                </a:solidFill>
              </a:rPr>
              <a:t>/app/</a:t>
            </a:r>
            <a:r>
              <a:rPr sz="1400" dirty="0" err="1">
                <a:solidFill>
                  <a:srgbClr val="00B0F0"/>
                </a:solidFill>
              </a:rPr>
              <a:t>api</a:t>
            </a:r>
            <a:r>
              <a:rPr sz="1400" dirty="0">
                <a:solidFill>
                  <a:srgbClr val="00B0F0"/>
                </a:solidFill>
              </a:rPr>
              <a:t>/users/</a:t>
            </a:r>
            <a:r>
              <a:rPr sz="1400" dirty="0" err="1">
                <a:solidFill>
                  <a:srgbClr val="00B0F0"/>
                </a:solidFill>
              </a:rPr>
              <a:t>route.ts</a:t>
            </a:r>
            <a:endParaRPr sz="14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1400" dirty="0"/>
              <a:t>import { </a:t>
            </a:r>
            <a:r>
              <a:rPr lang="en-US" sz="1400" dirty="0" err="1"/>
              <a:t>prisma</a:t>
            </a:r>
            <a:r>
              <a:rPr lang="en-US" sz="1400" dirty="0"/>
              <a:t> } from "@/lib/</a:t>
            </a:r>
            <a:r>
              <a:rPr lang="en-US" sz="1400" dirty="0" err="1"/>
              <a:t>db</a:t>
            </a:r>
            <a:r>
              <a:rPr lang="en-US" sz="1400" dirty="0"/>
              <a:t>";</a:t>
            </a:r>
          </a:p>
          <a:p>
            <a:pPr marL="0" indent="0">
              <a:buNone/>
            </a:pPr>
            <a:endParaRPr lang="en-US" sz="700" dirty="0" smtClean="0"/>
          </a:p>
          <a:p>
            <a:pPr marL="0" indent="0">
              <a:buNone/>
            </a:pPr>
            <a:r>
              <a:rPr sz="1400" b="1" dirty="0" smtClean="0"/>
              <a:t>GET</a:t>
            </a:r>
            <a:r>
              <a:rPr sz="1400" b="1" dirty="0"/>
              <a:t>: fetch </a:t>
            </a:r>
            <a:r>
              <a:rPr sz="1400" b="1" dirty="0" smtClean="0"/>
              <a:t>users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>export </a:t>
            </a:r>
            <a:r>
              <a:rPr lang="en-US" sz="1400" dirty="0" err="1"/>
              <a:t>async</a:t>
            </a:r>
            <a:r>
              <a:rPr lang="en-US" sz="1400" dirty="0"/>
              <a:t> function GET() {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en-US" sz="1400" dirty="0" err="1"/>
              <a:t>const</a:t>
            </a:r>
            <a:r>
              <a:rPr lang="en-US" sz="1400" dirty="0"/>
              <a:t> users = await </a:t>
            </a:r>
            <a:r>
              <a:rPr lang="en-US" sz="1400" dirty="0" err="1"/>
              <a:t>prisma.user.findMany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/>
              <a:t>  return </a:t>
            </a:r>
            <a:r>
              <a:rPr lang="en-US" sz="1400" dirty="0" err="1"/>
              <a:t>Response.json</a:t>
            </a:r>
            <a:r>
              <a:rPr lang="en-US" sz="1400" dirty="0"/>
              <a:t>(users);</a:t>
            </a:r>
          </a:p>
          <a:p>
            <a:pPr marL="0" indent="0">
              <a:buNone/>
            </a:pPr>
            <a:r>
              <a:rPr lang="en-US" sz="1400" dirty="0" smtClean="0"/>
              <a:t>}</a:t>
            </a:r>
          </a:p>
          <a:p>
            <a:pPr marL="0" indent="0">
              <a:buNone/>
            </a:pPr>
            <a:endParaRPr sz="1000" dirty="0"/>
          </a:p>
          <a:p>
            <a:pPr marL="0" indent="0">
              <a:buNone/>
            </a:pPr>
            <a:r>
              <a:rPr sz="1400" b="1" dirty="0"/>
              <a:t>POST: create </a:t>
            </a:r>
            <a:r>
              <a:rPr sz="1400" b="1" dirty="0" smtClean="0"/>
              <a:t>user</a:t>
            </a:r>
            <a:r>
              <a:rPr lang="en-US" sz="1400" b="1" dirty="0"/>
              <a:t/>
            </a:r>
            <a:br>
              <a:rPr lang="en-US" sz="1400" b="1" dirty="0"/>
            </a:br>
            <a:r>
              <a:rPr lang="en-US" sz="1400" dirty="0"/>
              <a:t>export </a:t>
            </a:r>
            <a:r>
              <a:rPr lang="en-US" sz="1400" dirty="0" err="1"/>
              <a:t>async</a:t>
            </a:r>
            <a:r>
              <a:rPr lang="en-US" sz="1400" dirty="0"/>
              <a:t> function POST(request: Request) {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en-US" sz="1400" dirty="0" err="1"/>
              <a:t>const</a:t>
            </a:r>
            <a:r>
              <a:rPr lang="en-US" sz="1400" dirty="0"/>
              <a:t> body = await </a:t>
            </a:r>
            <a:r>
              <a:rPr lang="en-US" sz="1400" dirty="0" err="1"/>
              <a:t>request.json</a:t>
            </a:r>
            <a:r>
              <a:rPr lang="en-US" sz="1400" dirty="0" smtClean="0"/>
              <a:t>();</a:t>
            </a:r>
            <a:endParaRPr lang="en-US" sz="900" dirty="0"/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en-US" sz="1400" dirty="0" err="1"/>
              <a:t>const</a:t>
            </a:r>
            <a:r>
              <a:rPr lang="en-US" sz="1400" dirty="0"/>
              <a:t> user = await </a:t>
            </a:r>
            <a:r>
              <a:rPr lang="en-US" sz="1400" dirty="0" err="1"/>
              <a:t>prisma.user.create</a:t>
            </a:r>
            <a:r>
              <a:rPr lang="en-US" sz="1400" dirty="0"/>
              <a:t>({</a:t>
            </a:r>
          </a:p>
          <a:p>
            <a:pPr marL="0" indent="0">
              <a:buNone/>
            </a:pPr>
            <a:r>
              <a:rPr lang="en-US" sz="1400" dirty="0"/>
              <a:t>    data: {</a:t>
            </a:r>
          </a:p>
          <a:p>
            <a:pPr marL="0" indent="0">
              <a:buNone/>
            </a:pPr>
            <a:r>
              <a:rPr lang="en-US" sz="1400" dirty="0"/>
              <a:t>      name: body.name,</a:t>
            </a:r>
          </a:p>
          <a:p>
            <a:pPr marL="0" indent="0">
              <a:buNone/>
            </a:pPr>
            <a:r>
              <a:rPr lang="en-US" sz="1400" dirty="0"/>
              <a:t>      email: </a:t>
            </a:r>
            <a:r>
              <a:rPr lang="en-US" sz="1400" dirty="0" err="1"/>
              <a:t>body.email</a:t>
            </a:r>
            <a:r>
              <a:rPr lang="en-US" sz="1400" dirty="0"/>
              <a:t>,</a:t>
            </a:r>
          </a:p>
          <a:p>
            <a:pPr marL="0" indent="0">
              <a:buNone/>
            </a:pPr>
            <a:r>
              <a:rPr lang="en-US" sz="1400" dirty="0"/>
              <a:t>    },</a:t>
            </a:r>
          </a:p>
          <a:p>
            <a:pPr marL="0" indent="0">
              <a:buNone/>
            </a:pPr>
            <a:r>
              <a:rPr lang="en-US" sz="1400" dirty="0"/>
              <a:t>  </a:t>
            </a:r>
            <a:r>
              <a:rPr lang="en-US" sz="1400" dirty="0" smtClean="0"/>
              <a:t>});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return </a:t>
            </a:r>
            <a:r>
              <a:rPr lang="en-US" sz="1400" dirty="0" err="1"/>
              <a:t>Response.json</a:t>
            </a:r>
            <a:r>
              <a:rPr lang="en-US" sz="1400" dirty="0"/>
              <a:t>(user);</a:t>
            </a:r>
          </a:p>
          <a:p>
            <a:pPr marL="0" indent="0">
              <a:buNone/>
            </a:pPr>
            <a:r>
              <a:rPr lang="en-US" sz="1400" dirty="0" smtClean="0"/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by Id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app/</a:t>
            </a:r>
            <a:r>
              <a:rPr lang="en-IN" b="1" dirty="0" err="1"/>
              <a:t>api</a:t>
            </a:r>
            <a:r>
              <a:rPr lang="en-IN" b="1" dirty="0"/>
              <a:t>/users/[id]/</a:t>
            </a:r>
            <a:r>
              <a:rPr lang="en-IN" b="1" dirty="0" err="1"/>
              <a:t>route.ts</a:t>
            </a:r>
            <a:endParaRPr lang="en-IN" b="1" dirty="0"/>
          </a:p>
          <a:p>
            <a:endParaRPr lang="en-IN" dirty="0"/>
          </a:p>
          <a:p>
            <a:pPr marL="0" indent="0">
              <a:buNone/>
            </a:pPr>
            <a:r>
              <a:rPr lang="en-IN" dirty="0" smtClean="0">
                <a:solidFill>
                  <a:srgbClr val="00B0F0"/>
                </a:solidFill>
              </a:rPr>
              <a:t>// </a:t>
            </a:r>
            <a:r>
              <a:rPr lang="en-IN" dirty="0">
                <a:solidFill>
                  <a:srgbClr val="00B0F0"/>
                </a:solidFill>
              </a:rPr>
              <a:t>GET  (Get a single user</a:t>
            </a:r>
            <a:r>
              <a:rPr lang="en-IN" dirty="0" smtClean="0">
                <a:solidFill>
                  <a:srgbClr val="00B0F0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async</a:t>
            </a:r>
            <a:r>
              <a:rPr lang="en-IN" dirty="0"/>
              <a:t> function GET(</a:t>
            </a:r>
          </a:p>
          <a:p>
            <a:pPr marL="0" indent="0">
              <a:buNone/>
            </a:pPr>
            <a:r>
              <a:rPr lang="en-IN" dirty="0"/>
              <a:t>  request: Request,</a:t>
            </a:r>
          </a:p>
          <a:p>
            <a:pPr marL="0" indent="0">
              <a:buNone/>
            </a:pPr>
            <a:r>
              <a:rPr lang="en-IN" dirty="0"/>
              <a:t>  { </a:t>
            </a:r>
            <a:r>
              <a:rPr lang="en-IN" dirty="0" err="1"/>
              <a:t>params</a:t>
            </a:r>
            <a:r>
              <a:rPr lang="en-IN" dirty="0"/>
              <a:t> }: { </a:t>
            </a:r>
            <a:r>
              <a:rPr lang="en-IN" dirty="0" err="1"/>
              <a:t>params</a:t>
            </a:r>
            <a:r>
              <a:rPr lang="en-IN" dirty="0"/>
              <a:t>: { id: string } }</a:t>
            </a:r>
          </a:p>
          <a:p>
            <a:pPr marL="0" indent="0">
              <a:buNone/>
            </a:pP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user = await </a:t>
            </a:r>
            <a:r>
              <a:rPr lang="en-IN" dirty="0" err="1"/>
              <a:t>prisma.user.findUnique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where: { id: Number(params.id) },</a:t>
            </a:r>
          </a:p>
          <a:p>
            <a:pPr marL="0" indent="0">
              <a:buNone/>
            </a:pPr>
            <a:r>
              <a:rPr lang="en-IN" dirty="0"/>
              <a:t>  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</a:t>
            </a:r>
            <a:r>
              <a:rPr lang="en-IN" dirty="0" err="1"/>
              <a:t>Response.json</a:t>
            </a:r>
            <a:r>
              <a:rPr lang="en-IN" dirty="0"/>
              <a:t>(user);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447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B0F0"/>
                </a:solidFill>
              </a:rPr>
              <a:t>// </a:t>
            </a:r>
            <a:r>
              <a:rPr lang="en-IN" b="1" dirty="0">
                <a:solidFill>
                  <a:srgbClr val="00B0F0"/>
                </a:solidFill>
              </a:rPr>
              <a:t>PUT  (Update full object</a:t>
            </a:r>
            <a:r>
              <a:rPr lang="en-IN" b="1" dirty="0" smtClean="0">
                <a:solidFill>
                  <a:srgbClr val="00B0F0"/>
                </a:solidFill>
              </a:rPr>
              <a:t>)</a:t>
            </a:r>
          </a:p>
          <a:p>
            <a:pPr marL="0" indent="0">
              <a:buNone/>
            </a:pPr>
            <a:endParaRPr lang="en-IN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async</a:t>
            </a:r>
            <a:r>
              <a:rPr lang="en-IN" dirty="0"/>
              <a:t> function PUT(</a:t>
            </a:r>
          </a:p>
          <a:p>
            <a:pPr marL="0" indent="0">
              <a:buNone/>
            </a:pPr>
            <a:r>
              <a:rPr lang="en-IN" dirty="0"/>
              <a:t>  request: Request,</a:t>
            </a:r>
          </a:p>
          <a:p>
            <a:pPr marL="0" indent="0">
              <a:buNone/>
            </a:pPr>
            <a:r>
              <a:rPr lang="en-IN" dirty="0"/>
              <a:t>  { </a:t>
            </a:r>
            <a:r>
              <a:rPr lang="en-IN" dirty="0" err="1"/>
              <a:t>params</a:t>
            </a:r>
            <a:r>
              <a:rPr lang="en-IN" dirty="0"/>
              <a:t> }: { </a:t>
            </a:r>
            <a:r>
              <a:rPr lang="en-IN" dirty="0" err="1"/>
              <a:t>params</a:t>
            </a:r>
            <a:r>
              <a:rPr lang="en-IN" dirty="0"/>
              <a:t>: { id: string } }</a:t>
            </a:r>
          </a:p>
          <a:p>
            <a:pPr marL="0" indent="0">
              <a:buNone/>
            </a:pP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body = await </a:t>
            </a:r>
            <a:r>
              <a:rPr lang="en-IN" dirty="0" err="1"/>
              <a:t>request.json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updatedUser</a:t>
            </a:r>
            <a:r>
              <a:rPr lang="en-IN" dirty="0"/>
              <a:t> = await </a:t>
            </a:r>
            <a:r>
              <a:rPr lang="en-IN" dirty="0" err="1"/>
              <a:t>prisma.user.update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where: { id: Number(params.id) },</a:t>
            </a:r>
          </a:p>
          <a:p>
            <a:pPr marL="0" indent="0">
              <a:buNone/>
            </a:pPr>
            <a:r>
              <a:rPr lang="en-IN" dirty="0"/>
              <a:t>    data: {</a:t>
            </a:r>
          </a:p>
          <a:p>
            <a:pPr marL="0" indent="0">
              <a:buNone/>
            </a:pPr>
            <a:r>
              <a:rPr lang="en-IN" dirty="0"/>
              <a:t>      name: body.name,</a:t>
            </a:r>
          </a:p>
          <a:p>
            <a:pPr marL="0" indent="0">
              <a:buNone/>
            </a:pPr>
            <a:r>
              <a:rPr lang="en-IN" dirty="0"/>
              <a:t>      email: </a:t>
            </a:r>
            <a:r>
              <a:rPr lang="en-IN" dirty="0" err="1"/>
              <a:t>body.email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</a:t>
            </a:r>
            <a:r>
              <a:rPr lang="en-IN" dirty="0" err="1"/>
              <a:t>Response.json</a:t>
            </a:r>
            <a:r>
              <a:rPr lang="en-IN" dirty="0"/>
              <a:t>(</a:t>
            </a:r>
            <a:r>
              <a:rPr lang="en-IN" dirty="0" err="1"/>
              <a:t>updatedUser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6833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// PATCH  (Update partial fields</a:t>
            </a:r>
            <a:r>
              <a:rPr lang="en-IN" b="1" dirty="0" smtClean="0">
                <a:solidFill>
                  <a:srgbClr val="00B0F0"/>
                </a:solidFill>
              </a:rPr>
              <a:t>)</a:t>
            </a:r>
          </a:p>
          <a:p>
            <a:pPr marL="0" indent="0">
              <a:buNone/>
            </a:pPr>
            <a:endParaRPr lang="en-IN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async</a:t>
            </a:r>
            <a:r>
              <a:rPr lang="en-IN" dirty="0"/>
              <a:t> function PATCH(</a:t>
            </a:r>
          </a:p>
          <a:p>
            <a:pPr marL="0" indent="0">
              <a:buNone/>
            </a:pPr>
            <a:r>
              <a:rPr lang="en-IN" dirty="0"/>
              <a:t>  request: Request,</a:t>
            </a:r>
          </a:p>
          <a:p>
            <a:pPr marL="0" indent="0">
              <a:buNone/>
            </a:pPr>
            <a:r>
              <a:rPr lang="en-IN" dirty="0"/>
              <a:t>  { </a:t>
            </a:r>
            <a:r>
              <a:rPr lang="en-IN" dirty="0" err="1"/>
              <a:t>params</a:t>
            </a:r>
            <a:r>
              <a:rPr lang="en-IN" dirty="0"/>
              <a:t> }: { </a:t>
            </a:r>
            <a:r>
              <a:rPr lang="en-IN" dirty="0" err="1"/>
              <a:t>params</a:t>
            </a:r>
            <a:r>
              <a:rPr lang="en-IN" dirty="0"/>
              <a:t>: { id: string } }</a:t>
            </a:r>
          </a:p>
          <a:p>
            <a:pPr marL="0" indent="0">
              <a:buNone/>
            </a:pP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body = await </a:t>
            </a:r>
            <a:r>
              <a:rPr lang="en-IN" dirty="0" err="1"/>
              <a:t>request.json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updatedUser</a:t>
            </a:r>
            <a:r>
              <a:rPr lang="en-IN" dirty="0"/>
              <a:t> = await </a:t>
            </a:r>
            <a:r>
              <a:rPr lang="en-IN" dirty="0" err="1"/>
              <a:t>prisma.user.update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where: { id: Number(params.id) },</a:t>
            </a:r>
          </a:p>
          <a:p>
            <a:pPr marL="0" indent="0">
              <a:buNone/>
            </a:pPr>
            <a:r>
              <a:rPr lang="en-IN" dirty="0"/>
              <a:t>    data: body, // only fields sent by client</a:t>
            </a:r>
          </a:p>
          <a:p>
            <a:pPr marL="0" indent="0">
              <a:buNone/>
            </a:pPr>
            <a:r>
              <a:rPr lang="en-IN" dirty="0"/>
              <a:t>  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</a:t>
            </a:r>
            <a:r>
              <a:rPr lang="en-IN" dirty="0" err="1"/>
              <a:t>Response.json</a:t>
            </a:r>
            <a:r>
              <a:rPr lang="en-IN" dirty="0"/>
              <a:t>(</a:t>
            </a:r>
            <a:r>
              <a:rPr lang="en-IN" dirty="0" err="1"/>
              <a:t>updatedUser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// DELETE  (Remove user</a:t>
            </a:r>
            <a:r>
              <a:rPr lang="en-IN" b="1" dirty="0" smtClean="0">
                <a:solidFill>
                  <a:srgbClr val="00B0F0"/>
                </a:solidFill>
              </a:rPr>
              <a:t>)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async</a:t>
            </a:r>
            <a:r>
              <a:rPr lang="en-IN" dirty="0"/>
              <a:t> function DELETE(</a:t>
            </a:r>
          </a:p>
          <a:p>
            <a:pPr marL="0" indent="0">
              <a:buNone/>
            </a:pPr>
            <a:r>
              <a:rPr lang="en-IN" dirty="0"/>
              <a:t>  request: Request,</a:t>
            </a:r>
          </a:p>
          <a:p>
            <a:pPr marL="0" indent="0">
              <a:buNone/>
            </a:pPr>
            <a:r>
              <a:rPr lang="en-IN" dirty="0"/>
              <a:t>  { </a:t>
            </a:r>
            <a:r>
              <a:rPr lang="en-IN" dirty="0" err="1"/>
              <a:t>params</a:t>
            </a:r>
            <a:r>
              <a:rPr lang="en-IN" dirty="0"/>
              <a:t> }: { </a:t>
            </a:r>
            <a:r>
              <a:rPr lang="en-IN" dirty="0" err="1"/>
              <a:t>params</a:t>
            </a:r>
            <a:r>
              <a:rPr lang="en-IN" dirty="0"/>
              <a:t>: { id: string } }</a:t>
            </a:r>
          </a:p>
          <a:p>
            <a:pPr marL="0" indent="0">
              <a:buNone/>
            </a:pP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deleted = await </a:t>
            </a:r>
            <a:r>
              <a:rPr lang="en-IN" dirty="0" err="1"/>
              <a:t>prisma.user.delete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where: { id: Number(params.id) },</a:t>
            </a:r>
          </a:p>
          <a:p>
            <a:pPr marL="0" indent="0">
              <a:buNone/>
            </a:pPr>
            <a:r>
              <a:rPr lang="en-IN" dirty="0"/>
              <a:t>  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</a:t>
            </a:r>
            <a:r>
              <a:rPr lang="en-IN" dirty="0" err="1"/>
              <a:t>Response.json</a:t>
            </a:r>
            <a:r>
              <a:rPr lang="en-IN" dirty="0"/>
              <a:t>({ message: "User deleted", deleted });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09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2914"/>
            <a:ext cx="8229600" cy="483079"/>
          </a:xfrm>
        </p:spPr>
        <p:txBody>
          <a:bodyPr>
            <a:normAutofit fontScale="90000"/>
          </a:bodyPr>
          <a:lstStyle/>
          <a:p>
            <a:r>
              <a:rPr dirty="0"/>
              <a:t>Frontend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8522"/>
            <a:ext cx="8229600" cy="567618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b="1" dirty="0" smtClean="0">
                <a:solidFill>
                  <a:srgbClr val="00B0F0"/>
                </a:solidFill>
              </a:rPr>
              <a:t>app/users/</a:t>
            </a:r>
            <a:r>
              <a:rPr b="1" dirty="0" err="1" smtClean="0">
                <a:solidFill>
                  <a:srgbClr val="00B0F0"/>
                </a:solidFill>
              </a:rPr>
              <a:t>page.tsx</a:t>
            </a:r>
            <a:endParaRPr lang="en-US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dirty="0"/>
              <a:t>export default function </a:t>
            </a:r>
            <a:r>
              <a:rPr lang="en-IN" dirty="0" err="1"/>
              <a:t>UsersPage</a:t>
            </a:r>
            <a:r>
              <a:rPr lang="en-IN" dirty="0"/>
              <a:t>() {</a:t>
            </a:r>
            <a:endParaRPr dirty="0"/>
          </a:p>
          <a:p>
            <a:pPr marL="400050" lvl="1" indent="0">
              <a:buNone/>
            </a:pPr>
            <a:r>
              <a:rPr lang="en-IN" dirty="0"/>
              <a:t> </a:t>
            </a:r>
            <a:r>
              <a:rPr lang="en-IN" dirty="0" err="1"/>
              <a:t>const</a:t>
            </a:r>
            <a:r>
              <a:rPr lang="en-IN" dirty="0"/>
              <a:t> [users, </a:t>
            </a:r>
            <a:r>
              <a:rPr lang="en-IN" dirty="0" err="1"/>
              <a:t>setUsers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([]);</a:t>
            </a:r>
          </a:p>
          <a:p>
            <a:pPr marL="400050" lvl="1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[form, </a:t>
            </a:r>
            <a:r>
              <a:rPr lang="en-IN" dirty="0" err="1"/>
              <a:t>setForm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({ name: "", email: "" });</a:t>
            </a:r>
          </a:p>
          <a:p>
            <a:pPr marL="400050" lvl="1" indent="0">
              <a:buNone/>
            </a:pPr>
            <a:endParaRPr lang="en-IN" dirty="0"/>
          </a:p>
          <a:p>
            <a:pPr marL="400050" lvl="1" indent="0">
              <a:buNone/>
            </a:pPr>
            <a:r>
              <a:rPr lang="en-IN" dirty="0"/>
              <a:t>  </a:t>
            </a:r>
            <a:r>
              <a:rPr lang="en-IN" dirty="0" err="1"/>
              <a:t>async</a:t>
            </a:r>
            <a:r>
              <a:rPr lang="en-IN" dirty="0"/>
              <a:t> function </a:t>
            </a:r>
            <a:r>
              <a:rPr lang="en-IN" dirty="0" err="1"/>
              <a:t>fetchUsers</a:t>
            </a:r>
            <a:r>
              <a:rPr lang="en-IN" dirty="0"/>
              <a:t>() {</a:t>
            </a:r>
          </a:p>
          <a:p>
            <a:pPr marL="400050" lvl="1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res = await fetch("/</a:t>
            </a:r>
            <a:r>
              <a:rPr lang="en-IN" dirty="0" err="1"/>
              <a:t>api</a:t>
            </a:r>
            <a:r>
              <a:rPr lang="en-IN" dirty="0"/>
              <a:t>/users");</a:t>
            </a:r>
          </a:p>
          <a:p>
            <a:pPr marL="400050" lvl="1" indent="0">
              <a:buNone/>
            </a:pPr>
            <a:r>
              <a:rPr lang="en-IN" dirty="0"/>
              <a:t>    </a:t>
            </a:r>
            <a:r>
              <a:rPr lang="en-IN" dirty="0" err="1"/>
              <a:t>setUsers</a:t>
            </a:r>
            <a:r>
              <a:rPr lang="en-IN" dirty="0"/>
              <a:t>(await </a:t>
            </a:r>
            <a:r>
              <a:rPr lang="en-IN" dirty="0" err="1"/>
              <a:t>res.json</a:t>
            </a:r>
            <a:r>
              <a:rPr lang="en-IN" dirty="0"/>
              <a:t>());</a:t>
            </a:r>
          </a:p>
          <a:p>
            <a:pPr marL="400050" lvl="1" indent="0">
              <a:buNone/>
            </a:pPr>
            <a:r>
              <a:rPr lang="en-IN" dirty="0"/>
              <a:t>  }</a:t>
            </a:r>
          </a:p>
          <a:p>
            <a:pPr marL="400050" lvl="1" indent="0">
              <a:buNone/>
            </a:pPr>
            <a:endParaRPr lang="en-IN" dirty="0"/>
          </a:p>
          <a:p>
            <a:pPr marL="400050" lvl="1" indent="0">
              <a:buNone/>
            </a:pPr>
            <a:r>
              <a:rPr lang="en-IN" dirty="0"/>
              <a:t>  </a:t>
            </a:r>
            <a:r>
              <a:rPr lang="en-IN" dirty="0" err="1"/>
              <a:t>async</a:t>
            </a:r>
            <a:r>
              <a:rPr lang="en-IN" dirty="0"/>
              <a:t> function </a:t>
            </a:r>
            <a:r>
              <a:rPr lang="en-IN" dirty="0" err="1"/>
              <a:t>addUser</a:t>
            </a:r>
            <a:r>
              <a:rPr lang="en-IN" dirty="0"/>
              <a:t>() {</a:t>
            </a:r>
          </a:p>
          <a:p>
            <a:pPr marL="400050" lvl="1" indent="0">
              <a:buNone/>
            </a:pPr>
            <a:r>
              <a:rPr lang="en-IN" dirty="0"/>
              <a:t>    await fetch("/</a:t>
            </a:r>
            <a:r>
              <a:rPr lang="en-IN" dirty="0" err="1"/>
              <a:t>api</a:t>
            </a:r>
            <a:r>
              <a:rPr lang="en-IN" dirty="0"/>
              <a:t>/users", {</a:t>
            </a:r>
          </a:p>
          <a:p>
            <a:pPr marL="400050" lvl="1" indent="0">
              <a:buNone/>
            </a:pPr>
            <a:r>
              <a:rPr lang="en-IN" dirty="0"/>
              <a:t>      method: "POST",</a:t>
            </a:r>
          </a:p>
          <a:p>
            <a:pPr marL="400050" lvl="1" indent="0">
              <a:buNone/>
            </a:pPr>
            <a:r>
              <a:rPr lang="en-IN" dirty="0"/>
              <a:t>      body: </a:t>
            </a:r>
            <a:r>
              <a:rPr lang="en-IN" dirty="0" err="1"/>
              <a:t>JSON.stringify</a:t>
            </a:r>
            <a:r>
              <a:rPr lang="en-IN" dirty="0"/>
              <a:t>(form),</a:t>
            </a:r>
          </a:p>
          <a:p>
            <a:pPr marL="400050" lvl="1" indent="0">
              <a:buNone/>
            </a:pPr>
            <a:r>
              <a:rPr lang="en-IN" dirty="0"/>
              <a:t>      headers: { "Content-Type": "application/</a:t>
            </a:r>
            <a:r>
              <a:rPr lang="en-IN" dirty="0" err="1"/>
              <a:t>json</a:t>
            </a:r>
            <a:r>
              <a:rPr lang="en-IN" dirty="0"/>
              <a:t>" },</a:t>
            </a:r>
          </a:p>
          <a:p>
            <a:pPr marL="400050" lvl="1" indent="0">
              <a:buNone/>
            </a:pPr>
            <a:r>
              <a:rPr lang="en-IN" dirty="0"/>
              <a:t>    });</a:t>
            </a:r>
          </a:p>
          <a:p>
            <a:pPr marL="400050" lvl="1" indent="0">
              <a:buNone/>
            </a:pPr>
            <a:r>
              <a:rPr lang="en-IN" dirty="0"/>
              <a:t>    </a:t>
            </a:r>
            <a:r>
              <a:rPr lang="en-IN" dirty="0" err="1"/>
              <a:t>fetchUsers</a:t>
            </a:r>
            <a:r>
              <a:rPr lang="en-IN" dirty="0"/>
              <a:t>();</a:t>
            </a:r>
          </a:p>
          <a:p>
            <a:pPr marL="400050" lvl="1" indent="0">
              <a:buNone/>
            </a:pPr>
            <a:r>
              <a:rPr lang="en-IN" dirty="0"/>
              <a:t>  }</a:t>
            </a:r>
          </a:p>
          <a:p>
            <a:pPr marL="400050" lvl="1" indent="0">
              <a:buNone/>
            </a:pPr>
            <a:endParaRPr lang="en-IN" dirty="0"/>
          </a:p>
          <a:p>
            <a:pPr marL="400050" lvl="1" indent="0">
              <a:buNone/>
            </a:pPr>
            <a:r>
              <a:rPr lang="en-IN" dirty="0"/>
              <a:t>  </a:t>
            </a:r>
            <a:r>
              <a:rPr lang="en-IN" dirty="0" err="1"/>
              <a:t>useEffect</a:t>
            </a:r>
            <a:r>
              <a:rPr lang="en-IN" dirty="0"/>
              <a:t>(() =&gt; {</a:t>
            </a:r>
          </a:p>
          <a:p>
            <a:pPr marL="400050" lvl="1" indent="0">
              <a:buNone/>
            </a:pPr>
            <a:r>
              <a:rPr lang="en-IN" dirty="0"/>
              <a:t>    </a:t>
            </a:r>
            <a:r>
              <a:rPr lang="en-IN" dirty="0" err="1"/>
              <a:t>fetchUsers</a:t>
            </a:r>
            <a:r>
              <a:rPr lang="en-IN" dirty="0"/>
              <a:t>();</a:t>
            </a:r>
          </a:p>
          <a:p>
            <a:pPr marL="400050" lvl="1" indent="0">
              <a:buNone/>
            </a:pPr>
            <a:r>
              <a:rPr lang="en-IN" dirty="0"/>
              <a:t>  }, </a:t>
            </a:r>
            <a:r>
              <a:rPr lang="en-IN" dirty="0" smtClean="0"/>
              <a:t>[]);</a:t>
            </a:r>
          </a:p>
          <a:p>
            <a:pPr marL="400050" lvl="1" indent="0">
              <a:buNone/>
            </a:pPr>
            <a:endParaRPr lang="en-IN" dirty="0"/>
          </a:p>
          <a:p>
            <a:pPr marL="400050" lvl="1" indent="0">
              <a:buNone/>
            </a:pPr>
            <a:r>
              <a:rPr lang="en-IN" dirty="0"/>
              <a:t>  return (</a:t>
            </a:r>
          </a:p>
          <a:p>
            <a:pPr marL="400050" lvl="1" indent="0">
              <a:buNone/>
            </a:pPr>
            <a:r>
              <a:rPr lang="en-IN" dirty="0"/>
              <a:t>    &lt;div style={{ padding: 20 }}&gt;</a:t>
            </a:r>
          </a:p>
          <a:p>
            <a:pPr marL="400050" lvl="1" indent="0">
              <a:buNone/>
            </a:pPr>
            <a:r>
              <a:rPr lang="en-IN" dirty="0"/>
              <a:t>      &lt;h1&gt;User List&lt;/h1</a:t>
            </a:r>
            <a:r>
              <a:rPr lang="en-IN" dirty="0" smtClean="0"/>
              <a:t>&gt;</a:t>
            </a:r>
          </a:p>
          <a:p>
            <a:pPr marL="400050" lvl="1" indent="0">
              <a:buNone/>
            </a:pPr>
            <a:r>
              <a:rPr lang="en-US" dirty="0" smtClean="0"/>
              <a:t>		</a:t>
            </a:r>
            <a:r>
              <a:rPr lang="en-US" b="1" dirty="0" smtClean="0"/>
              <a:t>…. Html client side page …</a:t>
            </a:r>
            <a:endParaRPr lang="en-IN" b="1" dirty="0" smtClean="0"/>
          </a:p>
          <a:p>
            <a:pPr marL="400050" lvl="1" indent="0">
              <a:buNone/>
            </a:pPr>
            <a:r>
              <a:rPr lang="en-US" dirty="0"/>
              <a:t>	</a:t>
            </a:r>
            <a:r>
              <a:rPr lang="en-US" dirty="0" smtClean="0"/>
              <a:t>);</a:t>
            </a:r>
            <a:endParaRPr lang="en-IN" dirty="0" smtClean="0"/>
          </a:p>
          <a:p>
            <a:pPr marL="400050" lvl="1" indent="0">
              <a:buNone/>
            </a:pP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468</Words>
  <Application>Microsoft Office PowerPoint</Application>
  <PresentationFormat>On-screen Show (4:3)</PresentationFormat>
  <Paragraphs>168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Next.js + PostgreSQL Integration</vt:lpstr>
      <vt:lpstr>Step 1: Install Dependencies</vt:lpstr>
      <vt:lpstr>.env Database URL</vt:lpstr>
      <vt:lpstr>Prisma Schema</vt:lpstr>
      <vt:lpstr>Generate &amp; Push Schema</vt:lpstr>
      <vt:lpstr>Database Client (db.ts)</vt:lpstr>
      <vt:lpstr>API Route (GET/POST)</vt:lpstr>
      <vt:lpstr>Get by Id</vt:lpstr>
      <vt:lpstr>PUT</vt:lpstr>
      <vt:lpstr>PATCH</vt:lpstr>
      <vt:lpstr>DELETE</vt:lpstr>
      <vt:lpstr>Frontend Page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+ PostgreSQL Integration</dc:title>
  <dc:subject/>
  <dc:creator/>
  <cp:keywords/>
  <dc:description>generated using python-pptx</dc:description>
  <cp:lastModifiedBy>Microsoft account</cp:lastModifiedBy>
  <cp:revision>17</cp:revision>
  <dcterms:created xsi:type="dcterms:W3CDTF">2013-01-27T09:14:16Z</dcterms:created>
  <dcterms:modified xsi:type="dcterms:W3CDTF">2025-11-20T07:56:29Z</dcterms:modified>
  <cp:category/>
</cp:coreProperties>
</file>